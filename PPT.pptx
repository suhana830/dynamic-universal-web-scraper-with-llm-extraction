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68" autoAdjust="0"/>
    <p:restoredTop sz="94660"/>
  </p:normalViewPr>
  <p:slideViewPr>
    <p:cSldViewPr snapToGrid="0">
      <p:cViewPr varScale="1">
        <p:scale>
          <a:sx n="74" d="100"/>
          <a:sy n="74" d="100"/>
        </p:scale>
        <p:origin x="9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DBE-445C-4951-B6FA-73D0459C527C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BA776-3EC1-4580-B064-7EA37685D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5872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DBE-445C-4951-B6FA-73D0459C527C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BA776-3EC1-4580-B064-7EA37685D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9883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DBE-445C-4951-B6FA-73D0459C527C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BA776-3EC1-4580-B064-7EA37685D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50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DBE-445C-4951-B6FA-73D0459C527C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BA776-3EC1-4580-B064-7EA37685D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7987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DBE-445C-4951-B6FA-73D0459C527C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BA776-3EC1-4580-B064-7EA37685D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18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DBE-445C-4951-B6FA-73D0459C527C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BA776-3EC1-4580-B064-7EA37685D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8422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DBE-445C-4951-B6FA-73D0459C527C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BA776-3EC1-4580-B064-7EA37685D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6784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DBE-445C-4951-B6FA-73D0459C527C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BA776-3EC1-4580-B064-7EA37685D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5202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DBE-445C-4951-B6FA-73D0459C527C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BA776-3EC1-4580-B064-7EA37685D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0722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DBE-445C-4951-B6FA-73D0459C527C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BA776-3EC1-4580-B064-7EA37685D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0329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DBE-445C-4951-B6FA-73D0459C527C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BA776-3EC1-4580-B064-7EA37685D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22213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DBE-445C-4951-B6FA-73D0459C527C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BA776-3EC1-4580-B064-7EA37685D550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79811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DBE-445C-4951-B6FA-73D0459C527C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BA776-3EC1-4580-B064-7EA37685D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00578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DBE-445C-4951-B6FA-73D0459C527C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BA776-3EC1-4580-B064-7EA37685D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06251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DBE-445C-4951-B6FA-73D0459C527C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BA776-3EC1-4580-B064-7EA37685D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3261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DBE-445C-4951-B6FA-73D0459C527C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BA776-3EC1-4580-B064-7EA37685D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1860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DBE-445C-4951-B6FA-73D0459C527C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BA776-3EC1-4580-B064-7EA37685D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1374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4DCFDBE-445C-4951-B6FA-73D0459C527C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BA776-3EC1-4580-B064-7EA37685D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7698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E4805-03C9-8C24-2D5C-30A09B0DCE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04 Dynamic Universal Web Scraper with LLM Extraction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7B9AA2-3E20-00FE-9DAC-3CE775F1A6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By Suhana Gupta</a:t>
            </a:r>
          </a:p>
        </p:txBody>
      </p:sp>
    </p:spTree>
    <p:extLst>
      <p:ext uri="{BB962C8B-B14F-4D97-AF65-F5344CB8AC3E}">
        <p14:creationId xmlns:p14="http://schemas.microsoft.com/office/powerpoint/2010/main" val="84950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C132C-F969-8098-BC9E-1130F245D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AI-Powered Dynamic Web Scraper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0D799-C73B-6CD5-57AF-06BF35AE1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800" b="1" dirty="0"/>
              <a:t>Requirements: </a:t>
            </a:r>
          </a:p>
          <a:p>
            <a:r>
              <a:rPr lang="en-GB" sz="2800" dirty="0"/>
              <a:t>Scrape any website using plain English</a:t>
            </a:r>
          </a:p>
          <a:p>
            <a:r>
              <a:rPr lang="en-GB" sz="2800" dirty="0"/>
              <a:t>No CSS selectors or XPath required</a:t>
            </a:r>
          </a:p>
          <a:p>
            <a:r>
              <a:rPr lang="en-GB" sz="2800" dirty="0"/>
              <a:t>One tool for all websites</a:t>
            </a:r>
          </a:p>
        </p:txBody>
      </p:sp>
    </p:spTree>
    <p:extLst>
      <p:ext uri="{BB962C8B-B14F-4D97-AF65-F5344CB8AC3E}">
        <p14:creationId xmlns:p14="http://schemas.microsoft.com/office/powerpoint/2010/main" val="1081898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6CF68-3235-C688-D07B-7D7B6FDE5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u="sng" dirty="0"/>
              <a:t>Proposed Solution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35070-C53F-5F30-4937-AEBBA798C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800" b="1" dirty="0"/>
              <a:t>Dynamic AI Scraper System</a:t>
            </a:r>
          </a:p>
          <a:p>
            <a:r>
              <a:rPr lang="en-GB" sz="2400" dirty="0"/>
              <a:t>Input: URL + Natural Language Prompt</a:t>
            </a:r>
          </a:p>
          <a:p>
            <a:r>
              <a:rPr lang="en-GB" sz="2400" dirty="0"/>
              <a:t>AI understands page structure automatically</a:t>
            </a:r>
          </a:p>
          <a:p>
            <a:r>
              <a:rPr lang="en-GB" sz="2400" dirty="0"/>
              <a:t>Extracts relevant data intelligently</a:t>
            </a:r>
          </a:p>
          <a:p>
            <a:r>
              <a:rPr lang="en-GB" sz="2400" dirty="0"/>
              <a:t>Outputs structured JSON / CSV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2091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363B6-CCFA-7A67-0196-1F21C08FE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800" y="246935"/>
            <a:ext cx="9404723" cy="1400530"/>
          </a:xfrm>
        </p:spPr>
        <p:txBody>
          <a:bodyPr/>
          <a:lstStyle/>
          <a:p>
            <a:r>
              <a:rPr lang="en-GB" b="1" dirty="0"/>
              <a:t>WORKFLOW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89BAF83-2E58-23E5-7D9D-CD509A8A47A1}"/>
              </a:ext>
            </a:extLst>
          </p:cNvPr>
          <p:cNvSpPr/>
          <p:nvPr/>
        </p:nvSpPr>
        <p:spPr>
          <a:xfrm>
            <a:off x="4454237" y="3095064"/>
            <a:ext cx="1641763" cy="463925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Agent Node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52EA34-2A92-D36F-63AA-EABB045D2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7774" y="2105074"/>
            <a:ext cx="2621395" cy="554181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normAutofit fontScale="85000" lnSpcReduction="10000"/>
          </a:bodyPr>
          <a:lstStyle/>
          <a:p>
            <a:pPr algn="ctr"/>
            <a:r>
              <a:rPr lang="en-GB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DYNAMIC SCHEMA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C65834A-1DE5-F0FF-3EEE-E044E6F55853}"/>
              </a:ext>
            </a:extLst>
          </p:cNvPr>
          <p:cNvSpPr/>
          <p:nvPr/>
        </p:nvSpPr>
        <p:spPr>
          <a:xfrm>
            <a:off x="4402282" y="1413164"/>
            <a:ext cx="1641763" cy="432955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0CA5AEB-6152-3F43-1877-6FCA8FF8C577}"/>
              </a:ext>
            </a:extLst>
          </p:cNvPr>
          <p:cNvSpPr/>
          <p:nvPr/>
        </p:nvSpPr>
        <p:spPr>
          <a:xfrm>
            <a:off x="4454237" y="4034218"/>
            <a:ext cx="1641763" cy="432955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Tool Node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581405C-62A8-C328-2918-528ADA46E72A}"/>
              </a:ext>
            </a:extLst>
          </p:cNvPr>
          <p:cNvSpPr/>
          <p:nvPr/>
        </p:nvSpPr>
        <p:spPr>
          <a:xfrm>
            <a:off x="4213927" y="4889620"/>
            <a:ext cx="2122382" cy="50671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CRAWLER Node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23487E5-68DA-9E51-1532-01DF3D6A88A8}"/>
              </a:ext>
            </a:extLst>
          </p:cNvPr>
          <p:cNvSpPr/>
          <p:nvPr/>
        </p:nvSpPr>
        <p:spPr>
          <a:xfrm>
            <a:off x="4461781" y="6002555"/>
            <a:ext cx="1641763" cy="432955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STOP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BEEFCFD-294E-778A-90E8-773162BBAA67}"/>
              </a:ext>
            </a:extLst>
          </p:cNvPr>
          <p:cNvCxnSpPr>
            <a:stCxn id="7" idx="2"/>
          </p:cNvCxnSpPr>
          <p:nvPr/>
        </p:nvCxnSpPr>
        <p:spPr>
          <a:xfrm flipH="1">
            <a:off x="5223162" y="1846119"/>
            <a:ext cx="2" cy="258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5A7DD29-1141-6562-094F-7A1939D2E3C6}"/>
              </a:ext>
            </a:extLst>
          </p:cNvPr>
          <p:cNvCxnSpPr>
            <a:stCxn id="5" idx="2"/>
          </p:cNvCxnSpPr>
          <p:nvPr/>
        </p:nvCxnSpPr>
        <p:spPr>
          <a:xfrm flipH="1">
            <a:off x="5348471" y="2659255"/>
            <a:ext cx="1" cy="451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83162C0-597E-E300-5F4B-F72A652DF7C5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>
            <a:off x="5275119" y="3558989"/>
            <a:ext cx="0" cy="475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2419C7C-3FCA-C29F-DD84-8C00DCC6183A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5275118" y="4467173"/>
            <a:ext cx="1" cy="422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2A55CD5-980A-5BE5-FB2C-30C7B48B4E7F}"/>
              </a:ext>
            </a:extLst>
          </p:cNvPr>
          <p:cNvSpPr txBox="1"/>
          <p:nvPr/>
        </p:nvSpPr>
        <p:spPr>
          <a:xfrm>
            <a:off x="3654753" y="855445"/>
            <a:ext cx="338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USER QUERY (URL + QUERY)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10293E5-5525-5F35-0663-10BD224B2A31}"/>
              </a:ext>
            </a:extLst>
          </p:cNvPr>
          <p:cNvCxnSpPr>
            <a:stCxn id="31" idx="2"/>
          </p:cNvCxnSpPr>
          <p:nvPr/>
        </p:nvCxnSpPr>
        <p:spPr>
          <a:xfrm>
            <a:off x="5348471" y="1224777"/>
            <a:ext cx="0" cy="188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2C0CE3F-E5E5-9064-F879-611B7A8CA2A1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5275118" y="5396330"/>
            <a:ext cx="7545" cy="606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012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2C6DA8-B0F2-7656-462A-90C11ABB9B0F}"/>
              </a:ext>
            </a:extLst>
          </p:cNvPr>
          <p:cNvSpPr txBox="1"/>
          <p:nvPr/>
        </p:nvSpPr>
        <p:spPr>
          <a:xfrm>
            <a:off x="4197927" y="2535382"/>
            <a:ext cx="57253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692059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</TotalTime>
  <Words>82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</vt:lpstr>
      <vt:lpstr>04 Dynamic Universal Web Scraper with LLM Extraction</vt:lpstr>
      <vt:lpstr>AI-Powered Dynamic Web Scraper</vt:lpstr>
      <vt:lpstr>Proposed Solution </vt:lpstr>
      <vt:lpstr>WORKFLOW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Suhana gupta</dc:creator>
  <cp:lastModifiedBy>Suhana gupta</cp:lastModifiedBy>
  <cp:revision>1</cp:revision>
  <dcterms:created xsi:type="dcterms:W3CDTF">2026-03-17T08:16:30Z</dcterms:created>
  <dcterms:modified xsi:type="dcterms:W3CDTF">2026-03-17T08:43:58Z</dcterms:modified>
</cp:coreProperties>
</file>